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Career Guidance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Machine Learning-Powered Career Recommendation Platform</a:t>
            </a:r>
          </a:p>
          <a:p/>
          <a:p>
            <a:r>
              <a:t>Prepared by: Data Scientist</a:t>
            </a:r>
          </a:p>
          <a:p>
            <a:r>
              <a:t>Date: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the Intelligent Career Guidance System</a:t>
            </a:r>
          </a:p>
          <a:p>
            <a:pPr lvl="1"/>
            <a:r>
              <a:t>• Web-based platform leveraging machine learning for personalized career recommendations</a:t>
            </a:r>
          </a:p>
          <a:p>
            <a:pPr lvl="1"/>
            <a:r>
              <a:t>• Built with Flask backend and responsive HTML/CSS frontend</a:t>
            </a:r>
          </a:p>
          <a:p>
            <a:pPr lvl="1"/>
            <a:r>
              <a:t>• Integrates pre-trained ML model for career prediction based on skill assessments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goals and features of the system</a:t>
            </a:r>
          </a:p>
          <a:p>
            <a:pPr lvl="1"/>
            <a:r>
              <a:t>• Create user-friendly web platform for career guidance</a:t>
            </a:r>
          </a:p>
          <a:p>
            <a:pPr lvl="1"/>
            <a:r>
              <a:t>• Implement ML-based career prediction algorithm</a:t>
            </a:r>
          </a:p>
          <a:p>
            <a:pPr lvl="1"/>
            <a:r>
              <a:t>• Provide seamless authentication and user experience</a:t>
            </a:r>
          </a:p>
          <a:p>
            <a:pPr lvl="1"/>
            <a:r>
              <a:t>• Offer additional resources (courses, blogs, contact info)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components and data flow</a:t>
            </a:r>
          </a:p>
          <a:p>
            <a:pPr/>
            <a:r>
              <a:t>Backend (Flask):</a:t>
            </a:r>
          </a:p>
          <a:p>
            <a:pPr lvl="1"/>
            <a:r>
              <a:t>• Routes: /, /signup, /login, /predict, /about, /contact, /blog, /courses</a:t>
            </a:r>
          </a:p>
          <a:p>
            <a:pPr lvl="1"/>
            <a:r>
              <a:t>• Authentication: Session-based with in-memory user storage</a:t>
            </a:r>
          </a:p>
          <a:p>
            <a:pPr lvl="1"/>
            <a:r>
              <a:t>• ML Integration: Scikit-learn model (careerlast.pkl)</a:t>
            </a:r>
          </a:p>
          <a:p>
            <a:pPr/>
            <a:r>
              <a:t>Frontend: HTML templates with Bootstrap styling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Details of the career prediction algorithm</a:t>
            </a:r>
          </a:p>
          <a:p>
            <a:pPr/>
            <a:r>
              <a:t>Model Specifications:</a:t>
            </a:r>
          </a:p>
          <a:p>
            <a:pPr lvl="1"/>
            <a:r>
              <a:t>• Type: Classification model (Random Forest/Ensemble)</a:t>
            </a:r>
          </a:p>
          <a:p>
            <a:pPr lvl="1"/>
            <a:r>
              <a:t>• Input: 17 skill ratings (1-9 scale)</a:t>
            </a:r>
          </a:p>
          <a:p>
            <a:pPr lvl="1"/>
            <a:r>
              <a:t>• Output: 17 career categories</a:t>
            </a:r>
          </a:p>
          <a:p>
            <a:pPr lvl="1"/>
            <a:r>
              <a:t>• Training Data: dataset9000.csv</a:t>
            </a:r>
          </a:p>
          <a:p>
            <a:pPr/>
            <a:r>
              <a:t>Prediction Process: User ratings → Model → Primary + Secondary careers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capabilities of the system</a:t>
            </a:r>
          </a:p>
          <a:p>
            <a:pPr/>
            <a:r>
              <a:t>User Management:</a:t>
            </a:r>
          </a:p>
          <a:p>
            <a:pPr lvl="1"/>
            <a:r>
              <a:t>• Registration and login system</a:t>
            </a:r>
          </a:p>
          <a:p>
            <a:pPr lvl="1"/>
            <a:r>
              <a:t>• Session-based authentication</a:t>
            </a:r>
          </a:p>
          <a:p>
            <a:pPr/>
            <a:r>
              <a:t>Career Assessment:</a:t>
            </a:r>
          </a:p>
          <a:p>
            <a:pPr lvl="1"/>
            <a:r>
              <a:t>• 17-skill rating form (Database, Programming, AI/ML, etc.)</a:t>
            </a:r>
          </a:p>
          <a:p>
            <a:pPr lvl="1"/>
            <a:r>
              <a:t>• ML-powered career recommendations</a:t>
            </a:r>
          </a:p>
          <a:p>
            <a:pPr lvl="1"/>
            <a:r>
              <a:t>• Multiple career suggestions with probability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users interact with the system</a:t>
            </a:r>
          </a:p>
          <a:p>
            <a:pPr/>
            <a:r>
              <a:t>1. Access: Visit http://127.0.0.1:5000</a:t>
            </a:r>
          </a:p>
          <a:p>
            <a:pPr/>
            <a:r>
              <a:t>2. Registration: Create account with username/password</a:t>
            </a:r>
          </a:p>
          <a:p>
            <a:pPr/>
            <a:r>
              <a:t>3. Login: Authenticate existing users</a:t>
            </a:r>
          </a:p>
          <a:p>
            <a:pPr/>
            <a:r>
              <a:t>4. Assessment: Rate skills on 17 categories (1-9 scale)</a:t>
            </a:r>
          </a:p>
          <a:p>
            <a:pPr/>
            <a:r>
              <a:t>5. Prediction: ML model analyzes input and predicts careers</a:t>
            </a:r>
          </a:p>
          <a:p>
            <a:pPr/>
            <a:r>
              <a:t>6. Results: View primary and secondary recommendations</a:t>
            </a:r>
          </a:p>
          <a:p>
            <a:pPr/>
            <a:r>
              <a:t>7. Exploration: Navigate to career details or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stack and development environment</a:t>
            </a:r>
          </a:p>
          <a:p>
            <a:pPr/>
            <a:r>
              <a:t>Backend:</a:t>
            </a:r>
          </a:p>
          <a:p>
            <a:pPr lvl="1"/>
            <a:r>
              <a:t>• Python 3.x, Flask 2.3.3</a:t>
            </a:r>
          </a:p>
          <a:p>
            <a:pPr lvl="1"/>
            <a:r>
              <a:t>• NumPy 1.24.3, Scikit-learn 1.3.0</a:t>
            </a:r>
          </a:p>
          <a:p>
            <a:pPr/>
            <a:r>
              <a:t>Frontend:</a:t>
            </a:r>
          </a:p>
          <a:p>
            <a:pPr lvl="1"/>
            <a:r>
              <a:t>• HTML5, CSS3, JavaScript</a:t>
            </a:r>
          </a:p>
          <a:p>
            <a:pPr lvl="1"/>
            <a:r>
              <a:t>• Bootstrap, Jinja2 templates</a:t>
            </a:r>
          </a:p>
          <a:p>
            <a:pPr/>
            <a:r>
              <a:t>Development Tools:</a:t>
            </a:r>
          </a:p>
          <a:p>
            <a:pPr lvl="1"/>
            <a:r>
              <a:t>• VS Code, Git, Pip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improvements and expansions</a:t>
            </a:r>
          </a:p>
          <a:p>
            <a:pPr/>
            <a:r>
              <a:t>Technical Improvements:</a:t>
            </a:r>
          </a:p>
          <a:p>
            <a:pPr lvl="1"/>
            <a:r>
              <a:t>• Database integration (PostgreSQL/SQLite)</a:t>
            </a:r>
          </a:p>
          <a:p>
            <a:pPr lvl="1"/>
            <a:r>
              <a:t>• Advanced ML models (Deep Learning)</a:t>
            </a:r>
          </a:p>
          <a:p>
            <a:pPr lvl="1"/>
            <a:r>
              <a:t>• User profile and history tracking</a:t>
            </a:r>
          </a:p>
          <a:p>
            <a:pPr/>
            <a:r>
              <a:t>Feature Additions:</a:t>
            </a:r>
          </a:p>
          <a:p>
            <a:pPr lvl="1"/>
            <a:r>
              <a:t>• Career roadmap generation</a:t>
            </a:r>
          </a:p>
          <a:p>
            <a:pPr lvl="1"/>
            <a:r>
              <a:t>• Skill gap analysis</a:t>
            </a:r>
          </a:p>
          <a:p>
            <a:pPr lvl="1"/>
            <a:r>
              <a:t>• Job market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and impact of the project</a:t>
            </a:r>
          </a:p>
          <a:p>
            <a:pPr/>
            <a:r>
              <a:t>• Successfully demonstrates ML application in web development</a:t>
            </a:r>
          </a:p>
          <a:p>
            <a:pPr/>
            <a:r>
              <a:t>• Provides valuable career insights through skill assessment</a:t>
            </a:r>
          </a:p>
          <a:p>
            <a:pPr/>
            <a:r>
              <a:t>• Showcases end-to-end data science workflow</a:t>
            </a:r>
          </a:p>
          <a:p>
            <a:pPr/>
            <a:r>
              <a:t>• Scalable solution for career guidance with room for expansion</a:t>
            </a:r>
          </a:p>
          <a:p>
            <a:pPr/>
            <a:r>
              <a:t>• Integrates authentication, ML prediction, and responsive design</a:t>
            </a:r>
          </a:p>
          <a:p>
            <a:pP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